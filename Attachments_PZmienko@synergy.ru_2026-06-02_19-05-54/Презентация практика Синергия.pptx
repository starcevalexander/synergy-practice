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2133F-E433-400A-B8BC-AB13EABC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0AB191-C6D8-4D3C-B3A8-34E143967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4D0E-B0DA-4133-8D9E-C980F5697ACA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7BE914-A5EF-4407-8E16-61A5D8EB0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E75C8B-EDF5-45F3-9A4B-B6A873F5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000B-E8C3-4CAA-A770-77C125FF9D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403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69A02-8B95-48B2-AF86-DE0B4EB43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3C893B-4B1D-4B5A-9053-8AC36E10B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3B88B0-BC4D-45A7-8AE4-E36FD0FC7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64D0E-B0DA-4133-8D9E-C980F5697ACA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E6FAB9-286A-462B-BD20-65BD92B8F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ADC46F-6DDB-4BFC-98A4-AA75C454C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2000B-E8C3-4CAA-A770-77C125FF9D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317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7333DF2C-A644-46B8-BB77-D4DFBB79C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4AF22D-0563-4A4F-A090-478260828B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2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8A8BB7C-6440-47A7-8AF8-E90C25EB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solidFill>
                  <a:srgbClr val="FF0000">
                    <a:alpha val="99000"/>
                  </a:srgbClr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Место прохождения практики:</a:t>
            </a:r>
            <a:endParaRPr lang="ru-RU" dirty="0">
              <a:solidFill>
                <a:srgbClr val="FF0000">
                  <a:alpha val="99000"/>
                </a:srgbClr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502B40-C8F9-4180-ADB7-15757E2ED5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2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23F5A3B2-9F90-4935-9C8F-FEF20469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>
                <a:ln>
                  <a:solidFill>
                    <a:schemeClr val="accent1">
                      <a:shade val="50000"/>
                    </a:schemeClr>
                  </a:solidFill>
                </a:ln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Утверждение базы практики</a:t>
            </a:r>
            <a:r>
              <a:rPr lang="ru-RU">
                <a:ln>
                  <a:solidFill>
                    <a:schemeClr val="accent1">
                      <a:shade val="50000"/>
                    </a:schemeClr>
                  </a:solidFill>
                </a:ln>
              </a:rPr>
              <a:t>:</a:t>
            </a:r>
            <a:endParaRPr lang="ru-RU" dirty="0">
              <a:ln>
                <a:solidFill>
                  <a:schemeClr val="accent1">
                    <a:shade val="50000"/>
                  </a:schemeClr>
                </a:solidFill>
              </a:ln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9E559C-61F0-4B89-B359-CCF1F31E3E6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41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D22B108-AB26-4269-AD18-66B473DAD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Шаблоны документов</a:t>
            </a:r>
            <a:endParaRPr lang="ru-RU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242ECC-E4A5-49A4-9CEB-32D1CD35E9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9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2FC040C6-0E64-465B-825F-466EEFECA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Комплект</a:t>
            </a:r>
            <a:r>
              <a:rPr lang="ru-RU"/>
              <a:t> </a:t>
            </a:r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отчетной документации :</a:t>
            </a:r>
            <a:endParaRPr lang="ru-RU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7AA504-8353-4016-A7B0-6021DB85FC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7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E99CEB76-6445-49F5-9299-AC58589C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Шаблон договора с организацией</a:t>
            </a:r>
            <a:endParaRPr lang="ru-RU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A9EF2E-3DCC-49CC-A669-FAC5B4B7F5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8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29484C7-D6F0-4127-9D12-618623C36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Договор</a:t>
            </a:r>
            <a:endParaRPr lang="ru-RU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D2FB83-27B4-420E-A440-CC517CD1C1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91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FEE1E1C-9EBA-4B55-AB35-A32814A2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Заявление на прохождение практики на                       базе Университета</a:t>
            </a:r>
            <a:endParaRPr lang="ru-RU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9A56E5-530D-4BD8-B9E8-90A111EBB1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48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81F2FB7B-5912-4212-AC48-FFBC4668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Индивидуальное задание</a:t>
            </a:r>
            <a:endParaRPr lang="ru-RU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0F4660-DDA0-4F29-8728-5085FF2E20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1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99A1A95-05C0-4158-A1A3-293F2394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CC878C-5F13-4CEF-97AB-29F47293D1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5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7B01293-3147-4B28-9634-9B953C4C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Аттестационный лист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5B3A5B-F63C-4F9F-9911-4FCF8D2794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2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B9C83376-0716-44D7-BB71-CB0AD96E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Загрузка отчета для проверки научному руководителю</a:t>
            </a:r>
            <a:endParaRPr lang="ru-RU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2EFFCE-C76D-4E53-8168-8AD35E99D4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3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DA3A39D-F378-49D0-9D94-65281821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>
                <a:solidFill>
                  <a:srgbClr val="FF0000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Комплект документации:</a:t>
            </a:r>
            <a:endParaRPr lang="ru-RU" b="1" dirty="0">
              <a:solidFill>
                <a:srgbClr val="FF0000"/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9BF45D-7254-4D9E-B704-7D0813D087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15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Широкоэкранный</PresentationFormat>
  <Paragraphs>11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Презентация PowerPoint</vt:lpstr>
      <vt:lpstr>Место прохождения практики:</vt:lpstr>
      <vt:lpstr>Утверждение базы практики:</vt:lpstr>
      <vt:lpstr>Шаблоны документов</vt:lpstr>
      <vt:lpstr>Комплект отчетной документации :</vt:lpstr>
      <vt:lpstr>Шаблон договора с организацией</vt:lpstr>
      <vt:lpstr>Договор</vt:lpstr>
      <vt:lpstr>Заявление на прохождение практики на                       базе Университета</vt:lpstr>
      <vt:lpstr>Индивидуальное задание</vt:lpstr>
      <vt:lpstr>Презентация PowerPoint</vt:lpstr>
      <vt:lpstr>Аттестационный лист</vt:lpstr>
      <vt:lpstr>Загрузка отчета для проверки научному руководителю</vt:lpstr>
      <vt:lpstr>Комплект документации: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Лещенко Елена Александровна</dc:creator>
  <cp:lastModifiedBy>Лещенко Елена Александровна</cp:lastModifiedBy>
  <cp:revision>1</cp:revision>
  <dcterms:created xsi:type="dcterms:W3CDTF">2026-05-21T09:06:49Z</dcterms:created>
  <dcterms:modified xsi:type="dcterms:W3CDTF">2026-05-21T09:06:49Z</dcterms:modified>
</cp:coreProperties>
</file>